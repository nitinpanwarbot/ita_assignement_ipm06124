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6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37C8899-50B9-DE4E-ABF1-FEE6FABB0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35" y="70862"/>
            <a:ext cx="15857065" cy="892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35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Nitin Panwar</dc:creator>
  <cp:lastModifiedBy>Nitin Panwar</cp:lastModifiedBy>
  <cp:revision>2</cp:revision>
  <dcterms:created xsi:type="dcterms:W3CDTF">2006-08-16T00:00:00Z</dcterms:created>
  <dcterms:modified xsi:type="dcterms:W3CDTF">2026-03-13T06:34:41Z</dcterms:modified>
</cp:coreProperties>
</file>